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the Technical Committee through the full Global AI Index work plan — six phases from now through November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organized into six phases. We're currently in Phase 1. Each phase builds on the last, culminating in the joint launch at the 2027 Global AI Summit.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runs April through June 2026. Our immediate priorities are the Anthropic MDLA signed this month, finalizing the API Data Framework, and reaching Commitment signings by June 3 at the DDP Annual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runs July through September 2026. Focus shifts to expanding the MDLA roster, running stakeholder consultations that feed into framework design, and completing the API synthetic data encryption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October through December 2026, is where design solidifies. The Consumer Chat Framework gets finalized, and the Metric Harmonization Retreat brings all threads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January through April 2027, moves into prototype territory. We finalize technical specs, run the closed pilot with real data, and present the Prototype to the Roundtable at the Spring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is the home stretch — company review windows, final legal clearance, and launch at the 2027 Global AI Summit in Switzerland in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Post-launch, Phase 6 focuses on data ingestion, quarterly indicator releases, joint stakeholder publications, and the Grant Completion Report in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 points gate the project. The first is June 3 — Commitment signings. The TC owns Points 1 and 2; the Roundtable owns Points 3 and 4. Any TC deadlock escalates to the Roundtable.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Roundtable meets six times across the project. Three in-person meetings leverage IMF/WBG venues. Company review windows are structured so concerns surface before each governance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2026-04-27T01:41:19Z</dcterms:created>
  <dcterms:modified xsi:type="dcterms:W3CDTF">2026-04-27T01:41:19Z</dcterms:modified>
</cp:coreProperties>
</file>